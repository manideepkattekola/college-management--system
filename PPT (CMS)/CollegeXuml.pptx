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2"/>
  </p:notesMasterIdLst>
  <p:sldIdLst>
    <p:sldId id="256" r:id="rId2"/>
    <p:sldId id="259" r:id="rId3"/>
    <p:sldId id="258" r:id="rId4"/>
    <p:sldId id="264" r:id="rId5"/>
    <p:sldId id="257" r:id="rId6"/>
    <p:sldId id="260" r:id="rId7"/>
    <p:sldId id="263" r:id="rId8"/>
    <p:sldId id="261" r:id="rId9"/>
    <p:sldId id="265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D90BD8-6EBE-4AFB-B398-A3E90C21092F}" v="1" dt="2024-06-15T07:21:59.3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7" d="100"/>
          <a:sy n="77" d="100"/>
        </p:scale>
        <p:origin x="106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dan sagar" userId="26ca1785bc3be0bf" providerId="LiveId" clId="{87D90BD8-6EBE-4AFB-B398-A3E90C21092F}"/>
    <pc:docChg chg="custSel modSld">
      <pc:chgData name="chandan sagar" userId="26ca1785bc3be0bf" providerId="LiveId" clId="{87D90BD8-6EBE-4AFB-B398-A3E90C21092F}" dt="2024-06-15T07:22:29.478" v="6" actId="14100"/>
      <pc:docMkLst>
        <pc:docMk/>
      </pc:docMkLst>
      <pc:sldChg chg="addSp delSp modSp mod">
        <pc:chgData name="chandan sagar" userId="26ca1785bc3be0bf" providerId="LiveId" clId="{87D90BD8-6EBE-4AFB-B398-A3E90C21092F}" dt="2024-06-15T07:22:29.478" v="6" actId="14100"/>
        <pc:sldMkLst>
          <pc:docMk/>
          <pc:sldMk cId="1248126236" sldId="257"/>
        </pc:sldMkLst>
        <pc:spChg chg="add del mod">
          <ac:chgData name="chandan sagar" userId="26ca1785bc3be0bf" providerId="LiveId" clId="{87D90BD8-6EBE-4AFB-B398-A3E90C21092F}" dt="2024-06-15T07:22:12.685" v="3" actId="478"/>
          <ac:spMkLst>
            <pc:docMk/>
            <pc:sldMk cId="1248126236" sldId="257"/>
            <ac:spMk id="6" creationId="{56A4D70A-186F-B790-6D7D-5ED79B2125A1}"/>
          </ac:spMkLst>
        </pc:spChg>
        <pc:picChg chg="add mod">
          <ac:chgData name="chandan sagar" userId="26ca1785bc3be0bf" providerId="LiveId" clId="{87D90BD8-6EBE-4AFB-B398-A3E90C21092F}" dt="2024-06-15T07:22:29.478" v="6" actId="14100"/>
          <ac:picMkLst>
            <pc:docMk/>
            <pc:sldMk cId="1248126236" sldId="257"/>
            <ac:picMk id="4" creationId="{26F00AFE-C722-4B41-293E-1E6011DDE178}"/>
          </ac:picMkLst>
        </pc:picChg>
        <pc:picChg chg="del">
          <ac:chgData name="chandan sagar" userId="26ca1785bc3be0bf" providerId="LiveId" clId="{87D90BD8-6EBE-4AFB-B398-A3E90C21092F}" dt="2024-06-15T07:22:02.115" v="1" actId="478"/>
          <ac:picMkLst>
            <pc:docMk/>
            <pc:sldMk cId="1248126236" sldId="257"/>
            <ac:picMk id="7" creationId="{C332CE0C-2C54-DE2C-D49C-A6D43C78298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2BF30D-B12F-46D9-B197-C774157DBF4C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B1EEA2-EBBA-4F10-B61F-621EDB9F45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264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1EEA2-EBBA-4F10-B61F-621EDB9F453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265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1EEA2-EBBA-4F10-B61F-621EDB9F453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405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60CFA5B-7D53-4C61-81FB-21D8FC2FFC96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5D9E67D-802A-4E19-ADCF-634428A520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1596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CFA5B-7D53-4C61-81FB-21D8FC2FFC96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E67D-802A-4E19-ADCF-634428A520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105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160CFA5B-7D53-4C61-81FB-21D8FC2FFC96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D5D9E67D-802A-4E19-ADCF-634428A520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7343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CFA5B-7D53-4C61-81FB-21D8FC2FFC96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E67D-802A-4E19-ADCF-634428A520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361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CFA5B-7D53-4C61-81FB-21D8FC2FFC96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E67D-802A-4E19-ADCF-634428A520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154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CFA5B-7D53-4C61-81FB-21D8FC2FFC96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E67D-802A-4E19-ADCF-634428A520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425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CFA5B-7D53-4C61-81FB-21D8FC2FFC96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E67D-802A-4E19-ADCF-634428A520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233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CFA5B-7D53-4C61-81FB-21D8FC2FFC96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5D9E67D-802A-4E19-ADCF-634428A52062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90639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160CFA5B-7D53-4C61-81FB-21D8FC2FFC96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5D9E67D-802A-4E19-ADCF-634428A52062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02779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CFA5B-7D53-4C61-81FB-21D8FC2FFC96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E67D-802A-4E19-ADCF-634428A520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946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CFA5B-7D53-4C61-81FB-21D8FC2FFC96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E67D-802A-4E19-ADCF-634428A520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851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60CFA5B-7D53-4C61-81FB-21D8FC2FFC96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5D9E67D-802A-4E19-ADCF-634428A520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910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8BFB6-9D11-A19B-FED2-751DD0D0DE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latin typeface="Arial Black" panose="020B0A04020102020204" pitchFamily="34" charset="0"/>
              </a:rPr>
              <a:t>CollegeX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256E0B-87B0-070D-CFC1-7F77394FF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1706" y="4246435"/>
            <a:ext cx="9070848" cy="457201"/>
          </a:xfrm>
        </p:spPr>
        <p:txBody>
          <a:bodyPr>
            <a:noAutofit/>
          </a:bodyPr>
          <a:lstStyle/>
          <a:p>
            <a:r>
              <a:rPr lang="en-US" sz="1800" dirty="0"/>
              <a:t>				  </a:t>
            </a:r>
            <a:r>
              <a:rPr lang="en-US" sz="1800" dirty="0">
                <a:latin typeface="Arial Black" panose="020B0A04020102020204" pitchFamily="34" charset="0"/>
              </a:rPr>
              <a:t>22AG1A05D2-B.Yashika</a:t>
            </a:r>
          </a:p>
          <a:p>
            <a:r>
              <a:rPr lang="en-US" sz="1800" dirty="0">
                <a:latin typeface="Arial Black" panose="020B0A04020102020204" pitchFamily="34" charset="0"/>
              </a:rPr>
              <a:t>				          22AG1A05G6-Rama Sai Kiran</a:t>
            </a:r>
          </a:p>
          <a:p>
            <a:r>
              <a:rPr lang="en-US" sz="1800" dirty="0">
                <a:latin typeface="Arial Black" panose="020B0A04020102020204" pitchFamily="34" charset="0"/>
              </a:rPr>
              <a:t>				 22AG1A05F7-Manideep</a:t>
            </a:r>
            <a:endParaRPr lang="en-IN" sz="1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354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AA07A-FB5E-C257-E6F4-4C13627D2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66" y="412972"/>
            <a:ext cx="11524060" cy="52109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Use Case Diagram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A228876-5321-E937-BE87-A8C4153B99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76" y="1029072"/>
            <a:ext cx="11749550" cy="2563383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15A9FA-893E-C437-91AC-A8DD0906A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76" y="3592456"/>
            <a:ext cx="11749550" cy="2627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817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AA07A-FB5E-C257-E6F4-4C13627D2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66" y="412972"/>
            <a:ext cx="11504395" cy="52109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Sequence Diagram</a:t>
            </a: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3C88C14-2788-256D-99C4-0AAE976B7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F39D284-DEF1-2C32-1860-F0402C72A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11" y="934066"/>
            <a:ext cx="12040689" cy="572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788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AA07A-FB5E-C257-E6F4-4C13627D2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66" y="412972"/>
            <a:ext cx="11504395" cy="52109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Sequence Diagram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BD6781D-BB81-A63E-0AC8-1F12C0D149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2080" y="934066"/>
            <a:ext cx="11917680" cy="5923934"/>
          </a:xfrm>
        </p:spPr>
      </p:pic>
    </p:spTree>
    <p:extLst>
      <p:ext uri="{BB962C8B-B14F-4D97-AF65-F5344CB8AC3E}">
        <p14:creationId xmlns:p14="http://schemas.microsoft.com/office/powerpoint/2010/main" val="3404821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AA07A-FB5E-C257-E6F4-4C13627D2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66" y="412972"/>
            <a:ext cx="11519143" cy="52109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Class Diagram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F00AFE-C722-4B41-293E-1E6011DDE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4066"/>
            <a:ext cx="12191999" cy="592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126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AA07A-FB5E-C257-E6F4-4C13627D2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428" y="233680"/>
            <a:ext cx="11519143" cy="52109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Activity Diagram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0267C5F-F86B-4100-7BBF-AFA8F6F2ED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05" y="754774"/>
            <a:ext cx="11829189" cy="5869546"/>
          </a:xfrm>
        </p:spPr>
      </p:pic>
    </p:spTree>
    <p:extLst>
      <p:ext uri="{BB962C8B-B14F-4D97-AF65-F5344CB8AC3E}">
        <p14:creationId xmlns:p14="http://schemas.microsoft.com/office/powerpoint/2010/main" val="1196725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AA07A-FB5E-C257-E6F4-4C13627D2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66" y="301866"/>
            <a:ext cx="11519143" cy="52109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State Diagram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C78468-6FA7-FC30-0CAC-0BFB185B5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 descr="PlantUML Diagram">
            <a:extLst>
              <a:ext uri="{FF2B5EF4-FFF2-40B4-BE49-F238E27FC236}">
                <a16:creationId xmlns:a16="http://schemas.microsoft.com/office/drawing/2014/main" id="{7BD7B049-A3E1-AFF8-17AF-86B939501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45" y="822960"/>
            <a:ext cx="11951109" cy="5923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8960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AA07A-FB5E-C257-E6F4-4C13627D2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916" y="412972"/>
            <a:ext cx="11717193" cy="52109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Component Diagram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29B9276-0A6C-38F4-3ABD-D493F29F08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16" y="1299817"/>
            <a:ext cx="11717192" cy="4947920"/>
          </a:xfrm>
        </p:spPr>
      </p:pic>
    </p:spTree>
    <p:extLst>
      <p:ext uri="{BB962C8B-B14F-4D97-AF65-F5344CB8AC3E}">
        <p14:creationId xmlns:p14="http://schemas.microsoft.com/office/powerpoint/2010/main" val="3849303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AA07A-FB5E-C257-E6F4-4C13627D2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916" y="412972"/>
            <a:ext cx="11717193" cy="52109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Deployment Diagram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B7C01CE-88F5-583D-13B5-74DB80F9DD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2" y="1043609"/>
            <a:ext cx="11946835" cy="5575852"/>
          </a:xfrm>
        </p:spPr>
      </p:pic>
    </p:spTree>
    <p:extLst>
      <p:ext uri="{BB962C8B-B14F-4D97-AF65-F5344CB8AC3E}">
        <p14:creationId xmlns:p14="http://schemas.microsoft.com/office/powerpoint/2010/main" val="3247894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A700A-A68C-C69B-ED3F-6D49E68D6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5609350"/>
          </a:xfrm>
        </p:spPr>
        <p:txBody>
          <a:bodyPr>
            <a:normAutofit/>
          </a:bodyPr>
          <a:lstStyle/>
          <a:p>
            <a:pPr algn="ctr"/>
            <a:r>
              <a:rPr lang="en-US" sz="10000" dirty="0"/>
              <a:t>THANK YOU</a:t>
            </a:r>
            <a:endParaRPr lang="en-IN" sz="10000" dirty="0"/>
          </a:p>
        </p:txBody>
      </p:sp>
    </p:spTree>
    <p:extLst>
      <p:ext uri="{BB962C8B-B14F-4D97-AF65-F5344CB8AC3E}">
        <p14:creationId xmlns:p14="http://schemas.microsoft.com/office/powerpoint/2010/main" val="4387997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278</TotalTime>
  <Words>44</Words>
  <Application>Microsoft Office PowerPoint</Application>
  <PresentationFormat>Widescreen</PresentationFormat>
  <Paragraphs>15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 Black</vt:lpstr>
      <vt:lpstr>Calibri</vt:lpstr>
      <vt:lpstr>Century Gothic</vt:lpstr>
      <vt:lpstr>Garamond</vt:lpstr>
      <vt:lpstr>Savon</vt:lpstr>
      <vt:lpstr>CollegeX</vt:lpstr>
      <vt:lpstr>Use Case Diagram</vt:lpstr>
      <vt:lpstr>Sequence Diagram</vt:lpstr>
      <vt:lpstr>Sequence Diagram</vt:lpstr>
      <vt:lpstr>Class Diagram</vt:lpstr>
      <vt:lpstr>Activity Diagram</vt:lpstr>
      <vt:lpstr>State Diagram</vt:lpstr>
      <vt:lpstr>Component Diagram</vt:lpstr>
      <vt:lpstr>Deployment Diagram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CollegeX</dc:title>
  <dc:creator>chandan sagar</dc:creator>
  <cp:lastModifiedBy>bagam pooja</cp:lastModifiedBy>
  <cp:revision>14</cp:revision>
  <dcterms:created xsi:type="dcterms:W3CDTF">2024-04-26T16:36:35Z</dcterms:created>
  <dcterms:modified xsi:type="dcterms:W3CDTF">2024-07-06T08:58:39Z</dcterms:modified>
</cp:coreProperties>
</file>